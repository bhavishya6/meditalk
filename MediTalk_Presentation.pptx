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1A8FE3">
              <a:alpha val="18000"/>
            </a:srgbClr>
          </a:solidFill>
          <a:ln w="12700">
            <a:solidFill>
              <a:srgbClr val="1A8FE3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926080"/>
            <a:ext cx="1828800" cy="1828800"/>
          </a:xfrm>
          <a:prstGeom prst="ellipse">
            <a:avLst/>
          </a:prstGeom>
          <a:solidFill>
            <a:srgbClr val="00C2A8">
              <a:alpha val="22000"/>
            </a:srgbClr>
          </a:solidFill>
          <a:ln w="12700">
            <a:solidFill>
              <a:srgbClr val="00C2A8">
                <a:alpha val="22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097280"/>
            <a:ext cx="1280160" cy="1280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502920"/>
            <a:ext cx="1645920" cy="2926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5029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TELEHEALTH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960120"/>
            <a:ext cx="6583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MediTalk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365760" y="182880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Telehealth Consultation Platform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365760" y="2423160"/>
            <a:ext cx="6583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Consultation Lifecycle with Real-Time Chat,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Control, and Prescription Delivery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65760" y="3200400"/>
            <a:ext cx="411480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3337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BHAVISHYA C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65760" y="36393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S20230010052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65760" y="3931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UG3 CSE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5760" y="4709160"/>
            <a:ext cx="84124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C2A8"/>
                </a:solidFill>
              </a:rPr>
              <a:t>"MediTalk connects patients and doctors in a controlled digital workflow — from appointment to payment to prescription."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9436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C2A8"/>
                </a:solidFill>
              </a:rPr>
              <a:t>SLIDE 02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058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0058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in Existing Telehealth Systems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74320" y="160020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600200"/>
            <a:ext cx="64008" cy="1234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8912" y="1691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Platforms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38912" y="1947672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systems stop at booking or chat — payment and prescriptions remain disconnected.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09160" y="160020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9160" y="1600200"/>
            <a:ext cx="64008" cy="1234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73752" y="1691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Enforced Sequence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873752" y="1947672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platform enforces: Consult → Pay → Prescribe — leading to misuse and out-of-order actions.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74320" y="306324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74320" y="3063240"/>
            <a:ext cx="64008" cy="1234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8912" y="31546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Ambiguity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38912" y="3410712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and doctors are unclear about next steps after a consultation ends.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709160" y="306324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09160" y="3063240"/>
            <a:ext cx="64008" cy="1234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73752" y="31546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Eroded Trust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873752" y="3410712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inconsistency creates accountability gaps — critical in a healthcare context.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274320" y="4434840"/>
            <a:ext cx="8595360" cy="50292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Healthcare demands workflow integrity — without it, clinical trust and accountability break down.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9436"/>
          </a:xfrm>
          <a:prstGeom prst="rect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&amp; Expected Outcome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C2A8"/>
                </a:solidFill>
              </a:rPr>
              <a:t>SLIDE 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38912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4389120" cy="384048"/>
          </a:xfrm>
          <a:prstGeom prst="rect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0584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Goals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481328"/>
            <a:ext cx="4160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8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platform for the complete teleconsultation lifecycle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984248"/>
            <a:ext cx="4160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8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access: Patient, Doctor, and Admin with distinct controls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487168"/>
            <a:ext cx="4160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8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enforcement: Completed Appointment → Payment → Prescription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990088"/>
            <a:ext cx="4160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8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transparency for all participants at every workflow step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493008"/>
            <a:ext cx="4160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8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status ambiguity and reduce operational confusion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37760" y="1005840"/>
            <a:ext cx="393192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37760" y="1005840"/>
            <a:ext cx="3931920" cy="38404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10058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Expected Outcomes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74920" y="15087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out-of-order actions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74920" y="17647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frontend rule enforcement prevents invalid operations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74920" y="23317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status visibility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74920" y="25877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participant knows exactly what step they're 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74920" y="31546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records in one place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74920" y="34107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Consultation, payment, and prescription linked together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74920" y="39776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confusion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74920" y="4233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UI cues, disabled states, and in-chat notifications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9436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C2A8"/>
                </a:solidFill>
              </a:rPr>
              <a:t>SLIDE 04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1005840"/>
            <a:ext cx="2788920" cy="388620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05840"/>
            <a:ext cx="2788920" cy="548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872" y="1170432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56032" y="1709928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20624" y="2148840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verified doctors with fee visibility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20624" y="2816352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chat with appointment actions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20624" y="3483864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In-chat payment with receipt tracking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20624" y="4151376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prescription directly in chat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00400" y="1005840"/>
            <a:ext cx="2788920" cy="388620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0" y="1005840"/>
            <a:ext cx="2788920" cy="54864"/>
          </a:xfrm>
          <a:prstGeom prst="rect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170432"/>
            <a:ext cx="502920" cy="5029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200400" y="1709928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3364992" y="2148840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8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appointment &amp; payment visibility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3364992" y="2816352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8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form unlocked post-payment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3364992" y="3483864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8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medicine metadata entry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3364992" y="4151376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8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In-chat notification of workflow events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144768" y="1005840"/>
            <a:ext cx="2788920" cy="388620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144768" y="1005840"/>
            <a:ext cx="27889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08" y="1170432"/>
            <a:ext cx="502920" cy="5029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144768" y="1709928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309360" y="2148840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profile verification management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6309360" y="2816352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governance across platform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6309360" y="3483864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Platform-wide user activity oversight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6309360" y="4151376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over doctor onboarding flow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C2A8">
              <a:alpha val="85000"/>
            </a:srgbClr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Value: A workflow-governed telemedicine platform that combines usability with business rule enforcement.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9436"/>
          </a:xfrm>
          <a:prstGeom prst="rect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Tech Stack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C2A8"/>
                </a:solidFill>
              </a:rPr>
              <a:t>SLIDE 05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1005840"/>
            <a:ext cx="4023360" cy="393192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005840"/>
            <a:ext cx="4023360" cy="384048"/>
          </a:xfrm>
          <a:prstGeom prst="rect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0058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FRONTEND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60020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9808" y="152704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49808" y="178308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UI with fast HMR builds and optimised production output</a:t>
            </a:r>
            <a:endParaRPr lang="en-US" sz="9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25856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9808" y="218541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749808" y="244144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 styling for rapid, consistent, responsive layouts</a:t>
            </a:r>
            <a:endParaRPr lang="en-US" sz="9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91693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49808" y="284378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Toolkit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749808" y="309981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state for session, chat, appointments, and payments</a:t>
            </a:r>
            <a:endParaRPr lang="en-US" sz="9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3575304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9808" y="350215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749808" y="375818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Interceptor-based HTTP client for clean, role-aware API calls</a:t>
            </a:r>
            <a:endParaRPr lang="en-US" sz="95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4233672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49808" y="41605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Client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749808" y="441655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WebSocket for real-time chat and live status sync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4526280" y="1005840"/>
            <a:ext cx="4361688" cy="393192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4526280" y="1005840"/>
            <a:ext cx="4361688" cy="38404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617720" y="10058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BACKEND</a:t>
            </a:r>
            <a:endParaRPr lang="en-US" sz="13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5152" y="1600200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010912" y="152704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150" dirty="0"/>
          </a:p>
        </p:txBody>
      </p:sp>
      <p:sp>
        <p:nvSpPr>
          <p:cNvPr id="29" name="Text 21"/>
          <p:cNvSpPr/>
          <p:nvPr/>
        </p:nvSpPr>
        <p:spPr>
          <a:xfrm>
            <a:off x="5010912" y="17830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event-driven runtime for concurrent real-time loads</a:t>
            </a:r>
            <a:endParaRPr lang="en-US" sz="95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152" y="2258568"/>
            <a:ext cx="274320" cy="27432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010912" y="218541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150" dirty="0"/>
          </a:p>
        </p:txBody>
      </p:sp>
      <p:sp>
        <p:nvSpPr>
          <p:cNvPr id="32" name="Text 23"/>
          <p:cNvSpPr/>
          <p:nvPr/>
        </p:nvSpPr>
        <p:spPr>
          <a:xfrm>
            <a:off x="5010912" y="244144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REST API framework with clean middleware chains</a:t>
            </a:r>
            <a:endParaRPr lang="en-US" sz="95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5152" y="2916936"/>
            <a:ext cx="274320" cy="27432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010912" y="284378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+ Mongoose</a:t>
            </a:r>
            <a:endParaRPr lang="en-US" sz="1150" dirty="0"/>
          </a:p>
        </p:txBody>
      </p:sp>
      <p:sp>
        <p:nvSpPr>
          <p:cNvPr id="35" name="Text 25"/>
          <p:cNvSpPr/>
          <p:nvPr/>
        </p:nvSpPr>
        <p:spPr>
          <a:xfrm>
            <a:off x="5010912" y="309981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document DB with schema validation and model relationships</a:t>
            </a:r>
            <a:endParaRPr lang="en-US" sz="950" dirty="0"/>
          </a:p>
        </p:txBody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45152" y="3575304"/>
            <a:ext cx="274320" cy="27432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5010912" y="350215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+ bcrypt</a:t>
            </a:r>
            <a:endParaRPr lang="en-US" sz="1150" dirty="0"/>
          </a:p>
        </p:txBody>
      </p:sp>
      <p:sp>
        <p:nvSpPr>
          <p:cNvPr id="38" name="Text 27"/>
          <p:cNvSpPr/>
          <p:nvPr/>
        </p:nvSpPr>
        <p:spPr>
          <a:xfrm>
            <a:off x="5010912" y="375818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role-based tokens; bcrypt hashing for secure credentials</a:t>
            </a:r>
            <a:endParaRPr lang="en-US" sz="950" dirty="0"/>
          </a:p>
        </p:txBody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45152" y="4233672"/>
            <a:ext cx="274320" cy="274320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5010912" y="41605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Server</a:t>
            </a:r>
            <a:endParaRPr lang="en-US" sz="1150" dirty="0"/>
          </a:p>
        </p:txBody>
      </p:sp>
      <p:sp>
        <p:nvSpPr>
          <p:cNvPr id="41" name="Text 29"/>
          <p:cNvSpPr/>
          <p:nvPr/>
        </p:nvSpPr>
        <p:spPr>
          <a:xfrm>
            <a:off x="5010912" y="441655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Per-appointment rooms; broadcasts payment, chat, prescription events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9436"/>
          </a:xfrm>
          <a:prstGeom prst="rect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Data Flow &amp; Design Principles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C2A8"/>
                </a:solidFill>
              </a:rPr>
              <a:t>SLIDE 06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157276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86384" y="1097280"/>
            <a:ext cx="530352" cy="530352"/>
          </a:xfrm>
          <a:prstGeom prst="ellipse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0972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4320" y="1719072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4320" y="201168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triggers Axios API request with JWT token in header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47088" y="1737360"/>
            <a:ext cx="146304" cy="36576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38528" y="1664208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2A8"/>
                </a:solidFill>
              </a:rPr>
              <a:t>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993392" y="1051560"/>
            <a:ext cx="157276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05456" y="1097280"/>
            <a:ext cx="530352" cy="530352"/>
          </a:xfrm>
          <a:prstGeom prst="ellipse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05456" y="10972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993392" y="1719072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Middleware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993392" y="201168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validates token, extracts role (Patient/Doctor/Admin)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566160" y="1737360"/>
            <a:ext cx="146304" cy="36576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1664208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2A8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712464" y="1051560"/>
            <a:ext cx="157276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24528" y="1097280"/>
            <a:ext cx="530352" cy="530352"/>
          </a:xfrm>
          <a:prstGeom prst="ellipse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24528" y="10972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712464" y="1719072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712464" y="201168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processes request, applies sequence rules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285232" y="1737360"/>
            <a:ext cx="146304" cy="36576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76672" y="1664208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2A8"/>
                </a:solidFill>
              </a:rPr>
              <a:t>▶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31536" y="1051560"/>
            <a:ext cx="157276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43600" y="1097280"/>
            <a:ext cx="530352" cy="530352"/>
          </a:xfrm>
          <a:prstGeom prst="ellipse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0" y="10972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431536" y="1719072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31536" y="201168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reads/writes appointment, payment, prescription state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004304" y="1737360"/>
            <a:ext cx="146304" cy="36576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95744" y="1664208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2A8"/>
                </a:solidFill>
              </a:rPr>
              <a:t>▶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150608" y="1051560"/>
            <a:ext cx="157276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662672" y="1097280"/>
            <a:ext cx="530352" cy="530352"/>
          </a:xfrm>
          <a:prstGeom prst="ellipse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62672" y="10972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150608" y="1719072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Emit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150608" y="201168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emits real-time event to relevant user rooms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" y="2743200"/>
            <a:ext cx="8595360" cy="36576"/>
          </a:xfrm>
          <a:prstGeom prst="rect">
            <a:avLst/>
          </a:prstGeom>
          <a:solidFill>
            <a:srgbClr val="00C2A8">
              <a:alpha val="40000"/>
            </a:srgbClr>
          </a:solidFill>
          <a:ln w="12700">
            <a:solidFill>
              <a:srgbClr val="00C2A8">
                <a:alpha val="4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281635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8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Redux state update triggers React re-render with updated UI and action availability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74320" y="32461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Principles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274320" y="3657600"/>
            <a:ext cx="4206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4320" y="3657600"/>
            <a:ext cx="64008" cy="566928"/>
          </a:xfrm>
          <a:prstGeom prst="rect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8912" y="3694176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38912" y="39319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→ Controllers → Services → Models — clean layered architecture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709160" y="3657600"/>
            <a:ext cx="4206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09160" y="3657600"/>
            <a:ext cx="64008" cy="566928"/>
          </a:xfrm>
          <a:prstGeom prst="rect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73752" y="3694176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Middleware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873752" y="39319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protected endpoint validates JWT and user role before execution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74320" y="4343400"/>
            <a:ext cx="4206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74320" y="4343400"/>
            <a:ext cx="64008" cy="566928"/>
          </a:xfrm>
          <a:prstGeom prst="rect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38912" y="4379976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WebSocket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438912" y="46177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for CRUD operations; Socket.IO for real-time workflow event broadcasting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709160" y="4343400"/>
            <a:ext cx="4206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09160" y="4343400"/>
            <a:ext cx="64008" cy="566928"/>
          </a:xfrm>
          <a:prstGeom prst="rect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73752" y="4379976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Env-based Config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4873752" y="46177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manages secrets, DB URI, JWT keys — no hard-coded credentials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9436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Workflow: Appointment → Payment → Prescription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C2A8"/>
                </a:solidFill>
              </a:rPr>
              <a:t>SLIDE 07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1051560"/>
            <a:ext cx="1234440" cy="1234440"/>
          </a:xfrm>
          <a:prstGeom prst="ellipse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0515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2880" y="233172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463040" y="14630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2A8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691640" y="1051560"/>
            <a:ext cx="1234440" cy="1234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691640" y="10515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45920" y="233172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sees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"Pay Now"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926080" y="14630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2A8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154680" y="1051560"/>
            <a:ext cx="1234440" cy="1234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154680" y="10515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108960" y="233172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0" y="14630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2A8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617720" y="1051560"/>
            <a:ext cx="1234440" cy="1234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17720" y="10515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572000" y="233172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notified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✓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52160" y="14630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2A8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080760" y="1051560"/>
            <a:ext cx="1234440" cy="123444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080760" y="10515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035040" y="233172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Unlocked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315200" y="14630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2A8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543800" y="1051560"/>
            <a:ext cx="1234440" cy="1234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543800" y="10515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6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498080" y="233172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74320" y="30175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Enforcement — Three-Layer Guarantee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74320" y="3456432"/>
            <a:ext cx="2788920" cy="146304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456432"/>
            <a:ext cx="2788920" cy="54864"/>
          </a:xfrm>
          <a:prstGeom prst="rect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3547872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8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11480" y="3913632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validations reject any out-of-order operation at the route level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18688" y="3456432"/>
            <a:ext cx="2788920" cy="146304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18688" y="3456432"/>
            <a:ext cx="2788920" cy="548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18688" y="3547872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355848" y="3913632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hides or disables invalid action buttons based on current status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163056" y="3456432"/>
            <a:ext cx="2788920" cy="146304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63056" y="3456432"/>
            <a:ext cx="27889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63056" y="3547872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300216" y="3913632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events instantly sync state across patient and doctor screens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9436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Features &amp; Data Models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C2A8"/>
                </a:solidFill>
              </a:rPr>
              <a:t>SLIDE 08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4023360" cy="38404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058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 Features Implemented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48132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auth: Patient / Doctor / Admin with JWT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190195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messaging + typing indicators via Socket.IO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" y="232257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appointment lifecycle: Propose→Confirm→Join→Complete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4048" y="2743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module: initiate, process, status, masked card, txn ID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4048" y="316382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Prescription: medicine name, type, dosage, frequency, duration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4048" y="358444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system for all workflow milestone events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4048" y="40050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fee shown in doctor listing (transparent pricing)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84048" y="442569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verification flow managed by Admin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26280" y="1005840"/>
            <a:ext cx="4361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26280" y="1005840"/>
            <a:ext cx="4361688" cy="384048"/>
          </a:xfrm>
          <a:prstGeom prst="rect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0058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Data Models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63440" y="146304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8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profile, consultation fee, verification status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63440" y="1801368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8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patient-doctor link, status lifecycle, timestamps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63440" y="2139696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8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ref, status, txn ID, masked card, amount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63440" y="2478024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8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ref, structured medicine list, doctor ID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26280" y="3035808"/>
            <a:ext cx="4361688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26280" y="3035808"/>
            <a:ext cx="4361688" cy="38404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3035808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Key API Endpoints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663440" y="3493008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/api/payments/initiate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663440" y="3730752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/api/payments/process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663440" y="3968496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 /api/payments/:appointmentId/status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63440" y="4206240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/api/prescriptions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663440" y="4443984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 /api/doctors  (with consultation fee)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663440" y="4681728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 /api/appointments/:id/status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94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Challenges, Learnings &amp; Future Scope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C2A8"/>
                </a:solidFill>
              </a:rPr>
              <a:t>SLIDE 09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Fixes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98448"/>
          <a:ext cx="8595360" cy="1371600"/>
        </p:xfrm>
        <a:graphic>
          <a:graphicData uri="http://schemas.openxmlformats.org/drawingml/2006/table">
            <a:tbl>
              <a:tblPr/>
              <a:tblGrid>
                <a:gridCol w="4114800"/>
                <a:gridCol w="44805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Applied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UI not refreshing payment state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appointment-payment status mapping in chat component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 status mismatch post-payment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Synced Socket.IO payment events with UI re-render logic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Prescription available in invalid states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Restricted to paid + completed appointments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role mismatch on protected routes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Added role-checking middleware on all sensitive endpoints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74320" y="281635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Learnings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74320" y="3154680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must be enforced at all layers — backend, frontend, and real-time simultaneously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74320" y="3502152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systems need explicit state reconciliation logic, not just event emission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74320" y="3849624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decisions (e.g., linking Payment to Appointment ID) pay off significantly during integration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0" y="4187952"/>
            <a:ext cx="9144000" cy="95554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4187952"/>
            <a:ext cx="9144000" cy="36576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" y="425196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20040" y="4526280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Stripe/Razorpay integration  ·  PDF prescriptions  ·  Audit logs  ·  Analytics dashboard  ·  Reminders  ·  Mobile app  ·  AI doctor recommendations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A8FE3">
              <a:alpha val="12000"/>
            </a:srgbClr>
          </a:solidFill>
          <a:ln w="12700">
            <a:solidFill>
              <a:srgbClr val="1A8FE3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00C2A8">
              <a:alpha val="15000"/>
            </a:srgbClr>
          </a:solidFill>
          <a:ln w="12700">
            <a:solidFill>
              <a:srgbClr val="00C2A8">
                <a:alpha val="15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64008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9659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914400" y="29260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Welcome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3200400" y="3456432"/>
            <a:ext cx="274320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3611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BHAVISHYA C  ·  S20230010052  ·  UG3 CSE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39776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MediTalk — Integrated Telehealth Consultation Platform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MediTalk - Integrated Telehealth Platform</dc:title>
  <dc:subject>PptxGenJS Presentation</dc:subject>
  <dc:creator>BHAVISHYA C</dc:creator>
  <cp:lastModifiedBy>BHAVISHYA C</cp:lastModifiedBy>
  <cp:revision>1</cp:revision>
  <dcterms:created xsi:type="dcterms:W3CDTF">2026-04-16T06:22:20Z</dcterms:created>
  <dcterms:modified xsi:type="dcterms:W3CDTF">2026-04-16T06:22:20Z</dcterms:modified>
</cp:coreProperties>
</file>